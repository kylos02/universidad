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966A9-BA7C-4F27-A65F-7F4361F9366D}" type="datetimeFigureOut">
              <a:rPr lang="es-MX" smtClean="0"/>
              <a:t>28/04/2022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0734E-C68E-4A05-8FA5-C6F8AF2146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44451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966A9-BA7C-4F27-A65F-7F4361F9366D}" type="datetimeFigureOut">
              <a:rPr lang="es-MX" smtClean="0"/>
              <a:t>28/04/2022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0734E-C68E-4A05-8FA5-C6F8AF2146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27558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966A9-BA7C-4F27-A65F-7F4361F9366D}" type="datetimeFigureOut">
              <a:rPr lang="es-MX" smtClean="0"/>
              <a:t>28/04/2022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0734E-C68E-4A05-8FA5-C6F8AF2146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1352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966A9-BA7C-4F27-A65F-7F4361F9366D}" type="datetimeFigureOut">
              <a:rPr lang="es-MX" smtClean="0"/>
              <a:t>28/04/2022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0734E-C68E-4A05-8FA5-C6F8AF2146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33505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966A9-BA7C-4F27-A65F-7F4361F9366D}" type="datetimeFigureOut">
              <a:rPr lang="es-MX" smtClean="0"/>
              <a:t>28/04/2022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0734E-C68E-4A05-8FA5-C6F8AF2146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6703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966A9-BA7C-4F27-A65F-7F4361F9366D}" type="datetimeFigureOut">
              <a:rPr lang="es-MX" smtClean="0"/>
              <a:t>28/04/2022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0734E-C68E-4A05-8FA5-C6F8AF2146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67851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966A9-BA7C-4F27-A65F-7F4361F9366D}" type="datetimeFigureOut">
              <a:rPr lang="es-MX" smtClean="0"/>
              <a:t>28/04/2022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0734E-C68E-4A05-8FA5-C6F8AF2146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72766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966A9-BA7C-4F27-A65F-7F4361F9366D}" type="datetimeFigureOut">
              <a:rPr lang="es-MX" smtClean="0"/>
              <a:t>28/04/2022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0734E-C68E-4A05-8FA5-C6F8AF2146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25154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966A9-BA7C-4F27-A65F-7F4361F9366D}" type="datetimeFigureOut">
              <a:rPr lang="es-MX" smtClean="0"/>
              <a:t>28/04/2022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0734E-C68E-4A05-8FA5-C6F8AF2146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74601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966A9-BA7C-4F27-A65F-7F4361F9366D}" type="datetimeFigureOut">
              <a:rPr lang="es-MX" smtClean="0"/>
              <a:t>28/04/2022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0734E-C68E-4A05-8FA5-C6F8AF2146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79939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966A9-BA7C-4F27-A65F-7F4361F9366D}" type="datetimeFigureOut">
              <a:rPr lang="es-MX" smtClean="0"/>
              <a:t>28/04/2022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0734E-C68E-4A05-8FA5-C6F8AF2146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10764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C966A9-BA7C-4F27-A65F-7F4361F9366D}" type="datetimeFigureOut">
              <a:rPr lang="es-MX" smtClean="0"/>
              <a:t>28/04/2022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90734E-C68E-4A05-8FA5-C6F8AF2146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13232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598" y="1778676"/>
            <a:ext cx="9500062" cy="315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977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922" y="1619794"/>
            <a:ext cx="9010895" cy="3319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244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799188"/>
            <a:ext cx="8687087" cy="4529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239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5595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5596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5785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9384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4445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3628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6933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1056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005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68971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6817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8567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2233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1022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98524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80087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81710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3636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82375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84433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76978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2896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14149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Panorámica</PresentationFormat>
  <Paragraphs>0</Paragraphs>
  <Slides>26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Cuenta Microsoft</dc:creator>
  <cp:lastModifiedBy>Cuenta Microsoft</cp:lastModifiedBy>
  <cp:revision>3</cp:revision>
  <dcterms:created xsi:type="dcterms:W3CDTF">2022-04-28T13:36:26Z</dcterms:created>
  <dcterms:modified xsi:type="dcterms:W3CDTF">2022-04-28T13:42:50Z</dcterms:modified>
</cp:coreProperties>
</file>